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7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7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F52B6B-6D87-44A6-B757-D25E4D2FE40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B49737E-28FE-49FC-A8E8-984338566FA0}">
      <dgm:prSet/>
      <dgm:spPr/>
      <dgm:t>
        <a:bodyPr/>
        <a:lstStyle/>
        <a:p>
          <a:r>
            <a:rPr lang="zh-CN"/>
            <a:t>完善</a:t>
          </a:r>
          <a:r>
            <a:rPr lang="en-US"/>
            <a:t>api</a:t>
          </a:r>
          <a:r>
            <a:rPr lang="zh-CN"/>
            <a:t>设计，使得每个增删改查都有</a:t>
          </a:r>
          <a:r>
            <a:rPr lang="en-US"/>
            <a:t>api</a:t>
          </a:r>
          <a:r>
            <a:rPr lang="zh-CN"/>
            <a:t>对应</a:t>
          </a:r>
          <a:endParaRPr lang="en-US"/>
        </a:p>
      </dgm:t>
    </dgm:pt>
    <dgm:pt modelId="{F3F1E4EF-6BE7-4A7E-BFE8-5E1FD1E6D12E}" type="parTrans" cxnId="{42F4EFBF-5C58-4C00-AC2B-588C9447147B}">
      <dgm:prSet/>
      <dgm:spPr/>
      <dgm:t>
        <a:bodyPr/>
        <a:lstStyle/>
        <a:p>
          <a:endParaRPr lang="en-US"/>
        </a:p>
      </dgm:t>
    </dgm:pt>
    <dgm:pt modelId="{5BA4650A-DBD7-4592-A873-6113A4BEBF1A}" type="sibTrans" cxnId="{42F4EFBF-5C58-4C00-AC2B-588C9447147B}">
      <dgm:prSet/>
      <dgm:spPr/>
      <dgm:t>
        <a:bodyPr/>
        <a:lstStyle/>
        <a:p>
          <a:endParaRPr lang="en-US"/>
        </a:p>
      </dgm:t>
    </dgm:pt>
    <dgm:pt modelId="{C44131F6-6453-4470-8755-DC6F71F395E1}">
      <dgm:prSet/>
      <dgm:spPr/>
      <dgm:t>
        <a:bodyPr/>
        <a:lstStyle/>
        <a:p>
          <a:r>
            <a:rPr lang="zh-CN"/>
            <a:t>继续搭建前端展示框架，实现商品的发布、购买、收藏、评论、私信等实用功能</a:t>
          </a:r>
          <a:endParaRPr lang="en-US"/>
        </a:p>
      </dgm:t>
    </dgm:pt>
    <dgm:pt modelId="{150EC2D0-2412-4BCF-8B1B-6320C1CB24B9}" type="parTrans" cxnId="{9A3ED20F-60A7-4138-A770-0267C43191C3}">
      <dgm:prSet/>
      <dgm:spPr/>
      <dgm:t>
        <a:bodyPr/>
        <a:lstStyle/>
        <a:p>
          <a:endParaRPr lang="en-US"/>
        </a:p>
      </dgm:t>
    </dgm:pt>
    <dgm:pt modelId="{AE41AA8C-B4B6-4539-A85E-76FFC5598F39}" type="sibTrans" cxnId="{9A3ED20F-60A7-4138-A770-0267C43191C3}">
      <dgm:prSet/>
      <dgm:spPr/>
      <dgm:t>
        <a:bodyPr/>
        <a:lstStyle/>
        <a:p>
          <a:endParaRPr lang="en-US"/>
        </a:p>
      </dgm:t>
    </dgm:pt>
    <dgm:pt modelId="{1E87B87D-E021-4C05-9618-DA0323D5964F}" type="pres">
      <dgm:prSet presAssocID="{FDF52B6B-6D87-44A6-B757-D25E4D2FE40D}" presName="root" presStyleCnt="0">
        <dgm:presLayoutVars>
          <dgm:dir/>
          <dgm:resizeHandles val="exact"/>
        </dgm:presLayoutVars>
      </dgm:prSet>
      <dgm:spPr/>
    </dgm:pt>
    <dgm:pt modelId="{C670D302-54F6-4832-B061-EA0A900D4C42}" type="pres">
      <dgm:prSet presAssocID="{2B49737E-28FE-49FC-A8E8-984338566FA0}" presName="compNode" presStyleCnt="0"/>
      <dgm:spPr/>
    </dgm:pt>
    <dgm:pt modelId="{AEFA2E45-F44D-4791-A612-107C20678D09}" type="pres">
      <dgm:prSet presAssocID="{2B49737E-28FE-49FC-A8E8-984338566FA0}" presName="bgRect" presStyleLbl="bgShp" presStyleIdx="0" presStyleCnt="2"/>
      <dgm:spPr/>
    </dgm:pt>
    <dgm:pt modelId="{99133E74-1C2B-4C72-A5C3-7E2E42BF2CCE}" type="pres">
      <dgm:prSet presAssocID="{2B49737E-28FE-49FC-A8E8-984338566FA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复选标记"/>
        </a:ext>
      </dgm:extLst>
    </dgm:pt>
    <dgm:pt modelId="{19CDDEDF-4F4C-4EB4-95AC-B48A0572F24D}" type="pres">
      <dgm:prSet presAssocID="{2B49737E-28FE-49FC-A8E8-984338566FA0}" presName="spaceRect" presStyleCnt="0"/>
      <dgm:spPr/>
    </dgm:pt>
    <dgm:pt modelId="{48E46F0C-ED13-4659-8B31-9464B0386B58}" type="pres">
      <dgm:prSet presAssocID="{2B49737E-28FE-49FC-A8E8-984338566FA0}" presName="parTx" presStyleLbl="revTx" presStyleIdx="0" presStyleCnt="2">
        <dgm:presLayoutVars>
          <dgm:chMax val="0"/>
          <dgm:chPref val="0"/>
        </dgm:presLayoutVars>
      </dgm:prSet>
      <dgm:spPr/>
    </dgm:pt>
    <dgm:pt modelId="{BBADDBC0-4C60-4D57-B2CE-14474DD5B97B}" type="pres">
      <dgm:prSet presAssocID="{5BA4650A-DBD7-4592-A873-6113A4BEBF1A}" presName="sibTrans" presStyleCnt="0"/>
      <dgm:spPr/>
    </dgm:pt>
    <dgm:pt modelId="{0AA18D06-5EC0-4E40-AFF9-0DB4461E9C6B}" type="pres">
      <dgm:prSet presAssocID="{C44131F6-6453-4470-8755-DC6F71F395E1}" presName="compNode" presStyleCnt="0"/>
      <dgm:spPr/>
    </dgm:pt>
    <dgm:pt modelId="{4C4AA534-5F28-4435-9E91-46D585224DA6}" type="pres">
      <dgm:prSet presAssocID="{C44131F6-6453-4470-8755-DC6F71F395E1}" presName="bgRect" presStyleLbl="bgShp" presStyleIdx="1" presStyleCnt="2"/>
      <dgm:spPr/>
    </dgm:pt>
    <dgm:pt modelId="{A1D93682-79C2-49E7-A5C1-2980C906FD63}" type="pres">
      <dgm:prSet presAssocID="{C44131F6-6453-4470-8755-DC6F71F395E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0111BFA4-570B-4C0B-976E-BBFF842FA226}" type="pres">
      <dgm:prSet presAssocID="{C44131F6-6453-4470-8755-DC6F71F395E1}" presName="spaceRect" presStyleCnt="0"/>
      <dgm:spPr/>
    </dgm:pt>
    <dgm:pt modelId="{A6EC2E06-C76D-4047-A71D-73C2143944AE}" type="pres">
      <dgm:prSet presAssocID="{C44131F6-6453-4470-8755-DC6F71F395E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A3ED20F-60A7-4138-A770-0267C43191C3}" srcId="{FDF52B6B-6D87-44A6-B757-D25E4D2FE40D}" destId="{C44131F6-6453-4470-8755-DC6F71F395E1}" srcOrd="1" destOrd="0" parTransId="{150EC2D0-2412-4BCF-8B1B-6320C1CB24B9}" sibTransId="{AE41AA8C-B4B6-4539-A85E-76FFC5598F39}"/>
    <dgm:cxn modelId="{57BD9888-545A-4F76-8A99-A6060AA523ED}" type="presOf" srcId="{C44131F6-6453-4470-8755-DC6F71F395E1}" destId="{A6EC2E06-C76D-4047-A71D-73C2143944AE}" srcOrd="0" destOrd="0" presId="urn:microsoft.com/office/officeart/2018/2/layout/IconVerticalSolidList"/>
    <dgm:cxn modelId="{71C09EA8-34C7-4746-ABC0-60C77FF054AC}" type="presOf" srcId="{2B49737E-28FE-49FC-A8E8-984338566FA0}" destId="{48E46F0C-ED13-4659-8B31-9464B0386B58}" srcOrd="0" destOrd="0" presId="urn:microsoft.com/office/officeart/2018/2/layout/IconVerticalSolidList"/>
    <dgm:cxn modelId="{46A580B0-66ED-4978-9233-891006CD3BA2}" type="presOf" srcId="{FDF52B6B-6D87-44A6-B757-D25E4D2FE40D}" destId="{1E87B87D-E021-4C05-9618-DA0323D5964F}" srcOrd="0" destOrd="0" presId="urn:microsoft.com/office/officeart/2018/2/layout/IconVerticalSolidList"/>
    <dgm:cxn modelId="{42F4EFBF-5C58-4C00-AC2B-588C9447147B}" srcId="{FDF52B6B-6D87-44A6-B757-D25E4D2FE40D}" destId="{2B49737E-28FE-49FC-A8E8-984338566FA0}" srcOrd="0" destOrd="0" parTransId="{F3F1E4EF-6BE7-4A7E-BFE8-5E1FD1E6D12E}" sibTransId="{5BA4650A-DBD7-4592-A873-6113A4BEBF1A}"/>
    <dgm:cxn modelId="{2B2AAEDE-8C28-4A7E-81E5-4BEFED82BE53}" type="presParOf" srcId="{1E87B87D-E021-4C05-9618-DA0323D5964F}" destId="{C670D302-54F6-4832-B061-EA0A900D4C42}" srcOrd="0" destOrd="0" presId="urn:microsoft.com/office/officeart/2018/2/layout/IconVerticalSolidList"/>
    <dgm:cxn modelId="{3C67B90C-F5BA-458E-821E-D46FA3DE1C61}" type="presParOf" srcId="{C670D302-54F6-4832-B061-EA0A900D4C42}" destId="{AEFA2E45-F44D-4791-A612-107C20678D09}" srcOrd="0" destOrd="0" presId="urn:microsoft.com/office/officeart/2018/2/layout/IconVerticalSolidList"/>
    <dgm:cxn modelId="{3C2F7095-481F-4DFD-B2BC-8CFA3E1EA75C}" type="presParOf" srcId="{C670D302-54F6-4832-B061-EA0A900D4C42}" destId="{99133E74-1C2B-4C72-A5C3-7E2E42BF2CCE}" srcOrd="1" destOrd="0" presId="urn:microsoft.com/office/officeart/2018/2/layout/IconVerticalSolidList"/>
    <dgm:cxn modelId="{0296BD0C-1233-4048-BC56-4861AB5790C3}" type="presParOf" srcId="{C670D302-54F6-4832-B061-EA0A900D4C42}" destId="{19CDDEDF-4F4C-4EB4-95AC-B48A0572F24D}" srcOrd="2" destOrd="0" presId="urn:microsoft.com/office/officeart/2018/2/layout/IconVerticalSolidList"/>
    <dgm:cxn modelId="{0F27A404-F955-4D53-B023-814ABF691645}" type="presParOf" srcId="{C670D302-54F6-4832-B061-EA0A900D4C42}" destId="{48E46F0C-ED13-4659-8B31-9464B0386B58}" srcOrd="3" destOrd="0" presId="urn:microsoft.com/office/officeart/2018/2/layout/IconVerticalSolidList"/>
    <dgm:cxn modelId="{75D0F7C5-0FB7-462D-975A-C709A00AF44C}" type="presParOf" srcId="{1E87B87D-E021-4C05-9618-DA0323D5964F}" destId="{BBADDBC0-4C60-4D57-B2CE-14474DD5B97B}" srcOrd="1" destOrd="0" presId="urn:microsoft.com/office/officeart/2018/2/layout/IconVerticalSolidList"/>
    <dgm:cxn modelId="{2C9E92BA-A7D6-4725-BE3E-76BB7309D948}" type="presParOf" srcId="{1E87B87D-E021-4C05-9618-DA0323D5964F}" destId="{0AA18D06-5EC0-4E40-AFF9-0DB4461E9C6B}" srcOrd="2" destOrd="0" presId="urn:microsoft.com/office/officeart/2018/2/layout/IconVerticalSolidList"/>
    <dgm:cxn modelId="{45658620-099D-49FB-85E8-4F9CFDD5F5DC}" type="presParOf" srcId="{0AA18D06-5EC0-4E40-AFF9-0DB4461E9C6B}" destId="{4C4AA534-5F28-4435-9E91-46D585224DA6}" srcOrd="0" destOrd="0" presId="urn:microsoft.com/office/officeart/2018/2/layout/IconVerticalSolidList"/>
    <dgm:cxn modelId="{AC622C2A-1EB9-438F-8164-4D13F3EBC092}" type="presParOf" srcId="{0AA18D06-5EC0-4E40-AFF9-0DB4461E9C6B}" destId="{A1D93682-79C2-49E7-A5C1-2980C906FD63}" srcOrd="1" destOrd="0" presId="urn:microsoft.com/office/officeart/2018/2/layout/IconVerticalSolidList"/>
    <dgm:cxn modelId="{866DB5C2-9AE5-4105-9866-2853871959F5}" type="presParOf" srcId="{0AA18D06-5EC0-4E40-AFF9-0DB4461E9C6B}" destId="{0111BFA4-570B-4C0B-976E-BBFF842FA226}" srcOrd="2" destOrd="0" presId="urn:microsoft.com/office/officeart/2018/2/layout/IconVerticalSolidList"/>
    <dgm:cxn modelId="{664165C9-D04C-4B15-888E-858BFF661C30}" type="presParOf" srcId="{0AA18D06-5EC0-4E40-AFF9-0DB4461E9C6B}" destId="{A6EC2E06-C76D-4047-A71D-73C2143944A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FA2E45-F44D-4791-A612-107C20678D09}">
      <dsp:nvSpPr>
        <dsp:cNvPr id="0" name=""/>
        <dsp:cNvSpPr/>
      </dsp:nvSpPr>
      <dsp:spPr>
        <a:xfrm>
          <a:off x="0" y="970649"/>
          <a:ext cx="6879517" cy="17919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133E74-1C2B-4C72-A5C3-7E2E42BF2CCE}">
      <dsp:nvSpPr>
        <dsp:cNvPr id="0" name=""/>
        <dsp:cNvSpPr/>
      </dsp:nvSpPr>
      <dsp:spPr>
        <a:xfrm>
          <a:off x="542070" y="1373842"/>
          <a:ext cx="985582" cy="9855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46F0C-ED13-4659-8B31-9464B0386B58}">
      <dsp:nvSpPr>
        <dsp:cNvPr id="0" name=""/>
        <dsp:cNvSpPr/>
      </dsp:nvSpPr>
      <dsp:spPr>
        <a:xfrm>
          <a:off x="2069724" y="970649"/>
          <a:ext cx="4809792" cy="179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650" tIns="189650" rIns="189650" bIns="18965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kern="1200"/>
            <a:t>完善</a:t>
          </a:r>
          <a:r>
            <a:rPr lang="en-US" sz="2300" kern="1200"/>
            <a:t>api</a:t>
          </a:r>
          <a:r>
            <a:rPr lang="zh-CN" sz="2300" kern="1200"/>
            <a:t>设计，使得每个增删改查都有</a:t>
          </a:r>
          <a:r>
            <a:rPr lang="en-US" sz="2300" kern="1200"/>
            <a:t>api</a:t>
          </a:r>
          <a:r>
            <a:rPr lang="zh-CN" sz="2300" kern="1200"/>
            <a:t>对应</a:t>
          </a:r>
          <a:endParaRPr lang="en-US" sz="2300" kern="1200"/>
        </a:p>
      </dsp:txBody>
      <dsp:txXfrm>
        <a:off x="2069724" y="970649"/>
        <a:ext cx="4809792" cy="1791969"/>
      </dsp:txXfrm>
    </dsp:sp>
    <dsp:sp modelId="{4C4AA534-5F28-4435-9E91-46D585224DA6}">
      <dsp:nvSpPr>
        <dsp:cNvPr id="0" name=""/>
        <dsp:cNvSpPr/>
      </dsp:nvSpPr>
      <dsp:spPr>
        <a:xfrm>
          <a:off x="0" y="3210611"/>
          <a:ext cx="6879517" cy="17919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D93682-79C2-49E7-A5C1-2980C906FD63}">
      <dsp:nvSpPr>
        <dsp:cNvPr id="0" name=""/>
        <dsp:cNvSpPr/>
      </dsp:nvSpPr>
      <dsp:spPr>
        <a:xfrm>
          <a:off x="542070" y="3613804"/>
          <a:ext cx="985582" cy="9855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C2E06-C76D-4047-A71D-73C2143944AE}">
      <dsp:nvSpPr>
        <dsp:cNvPr id="0" name=""/>
        <dsp:cNvSpPr/>
      </dsp:nvSpPr>
      <dsp:spPr>
        <a:xfrm>
          <a:off x="2069724" y="3210611"/>
          <a:ext cx="4809792" cy="1791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650" tIns="189650" rIns="189650" bIns="18965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kern="1200"/>
            <a:t>继续搭建前端展示框架，实现商品的发布、购买、收藏、评论、私信等实用功能</a:t>
          </a:r>
          <a:endParaRPr lang="en-US" sz="2300" kern="1200"/>
        </a:p>
      </dsp:txBody>
      <dsp:txXfrm>
        <a:off x="2069724" y="3210611"/>
        <a:ext cx="4809792" cy="17919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50B36-3F56-4D4A-B2D6-3FDE8F3A4FC2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7D7D4-12ED-43BE-91E1-458103252F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31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7D7D4-12ED-43BE-91E1-458103252F4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207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9A376-A58E-FC1B-4717-21624DDBF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18C294-B831-D543-1402-ACE0E83EF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DF1B2F-0D4F-604D-CBD3-8ADE89510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CBFA8D-DBD5-C34D-970C-3B61547AF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7D7D4-12ED-43BE-91E1-458103252F4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190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7D7D4-12ED-43BE-91E1-458103252F4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459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lnSpc>
                <a:spcPct val="114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41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8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422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19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49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1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36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450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98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15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0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165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1" r:id="rId6"/>
    <p:sldLayoutId id="2147483737" r:id="rId7"/>
    <p:sldLayoutId id="2147483738" r:id="rId8"/>
    <p:sldLayoutId id="2147483739" r:id="rId9"/>
    <p:sldLayoutId id="2147483740" r:id="rId10"/>
    <p:sldLayoutId id="214748374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 spc="13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 spc="8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 spc="8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 spc="8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 spc="8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 spc="8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DBF4C08-1E63-4DF5-8493-1C3BBDCA3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0172335-C8F3-4867-9911-2F5BD212C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7BDAF4F-CC6E-411F-A8CD-919C9BF08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A124D5-EC6C-40E8-A453-8021DEF63F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C7C4E89-FF36-4C86-8662-1B0DE7F21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728F9F7-96C0-40B6-8FEC-1204F7E5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BF2264B-0EBB-4AE9-B192-C49A5163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80A4381-2144-4FCB-95A1-1538834F4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0FDAAE2-E1A2-4517-838D-DB7B1BE30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7BBB666-4FE4-459B-AA22-99776D6B0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E23CB0F-9564-4C2B-8847-CECC117187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A06EBC9-FF83-480F-BAFC-F11C07A109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0B19B23-13F1-4B16-9E14-7C8A6CD4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E4C9EBB-4687-4958-B779-A7E68209D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3686F2B-B045-40CC-B434-69B83AA19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64C71E8-FEA3-4F9B-AC53-A8374AA97E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5743F8F-79CE-483D-884E-4737026CE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5687DE6-BF15-4C4D-A34A-43FE9DF28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0C30A15-74C6-479D-9415-BD3A15509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39D2221-2473-4D0C-867E-15E42CEDA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37B0AC9-52B2-49AE-B9F4-5130967F9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0DA4F0D5-4E38-4439-957C-14C7B2C44B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31DB7A2-5177-4E09-ACE9-15F56E7A02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F7AF76B-566E-437B-9B3D-C6061B7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0CCD94C-5468-4E4D-83E1-087C30B10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7DE3320-D7F0-4B34-979B-D695DA2634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961C1D5-CC28-4E56-8667-F195AC96C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8B42B07-3D51-413F-9B94-05C768982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4D497D7-863D-4842-99B7-A1B3711A9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9017E5D-F3C5-4CE7-B844-A566DFB81B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4CC2EB5-F3D5-40B2-B140-F5A643C3A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0C7D98B-0230-4C73-9AFC-BF783AAC5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5F21B5C0-26CB-3C22-5C14-4F81625C7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775" y="1122363"/>
            <a:ext cx="9807425" cy="2306634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 err="1"/>
              <a:t>TradeHub</a:t>
            </a:r>
            <a:r>
              <a:rPr lang="en-US" altLang="zh-CN" dirty="0"/>
              <a:t> – </a:t>
            </a:r>
            <a:r>
              <a:rPr lang="zh-CN" altLang="en-US" dirty="0"/>
              <a:t>二手交易平台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559B05-1E11-9B9E-55F6-85B788958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9315" y="3712684"/>
            <a:ext cx="7847491" cy="1834555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华家璇 王宇博 </a:t>
            </a:r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30</a:t>
            </a:r>
            <a:r>
              <a:rPr lang="zh-CN" altLang="en-US" dirty="0"/>
              <a:t>日</a:t>
            </a:r>
          </a:p>
        </p:txBody>
      </p:sp>
      <p:sp>
        <p:nvSpPr>
          <p:cNvPr id="88" name="Right Triangle 87">
            <a:extLst>
              <a:ext uri="{FF2B5EF4-FFF2-40B4-BE49-F238E27FC236}">
                <a16:creationId xmlns:a16="http://schemas.microsoft.com/office/drawing/2014/main" id="{1B82D339-163C-4586-A620-52BB056E6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4053" y="-28575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06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2B4DF-6A34-92C4-5D46-B74E71AD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27" y="825037"/>
            <a:ext cx="10325000" cy="1442463"/>
          </a:xfrm>
        </p:spPr>
        <p:txBody>
          <a:bodyPr/>
          <a:lstStyle/>
          <a:p>
            <a:r>
              <a:rPr lang="zh-CN" altLang="en-US" dirty="0"/>
              <a:t>系统设计 </a:t>
            </a:r>
            <a:r>
              <a:rPr lang="en-US" altLang="zh-CN" dirty="0"/>
              <a:t>– </a:t>
            </a:r>
            <a:r>
              <a:rPr lang="zh-CN" altLang="en-US" dirty="0"/>
              <a:t>数据库架构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ABBE5C29-0CAA-2F38-5267-FC8CCE77B9F9}"/>
              </a:ext>
            </a:extLst>
          </p:cNvPr>
          <p:cNvSpPr txBox="1">
            <a:spLocks/>
          </p:cNvSpPr>
          <p:nvPr/>
        </p:nvSpPr>
        <p:spPr>
          <a:xfrm>
            <a:off x="691079" y="2886117"/>
            <a:ext cx="4038652" cy="3276824"/>
          </a:xfrm>
          <a:prstGeom prst="rect">
            <a:avLst/>
          </a:prstGeom>
        </p:spPr>
        <p:txBody>
          <a:bodyPr lIns="109728" tIns="109728" rIns="109728" bIns="9144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 spc="8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 spc="8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 spc="8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 spc="8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 spc="8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用户</a:t>
            </a:r>
            <a:endParaRPr lang="en-US" altLang="zh-CN" dirty="0"/>
          </a:p>
          <a:p>
            <a:r>
              <a:rPr lang="zh-CN" altLang="en-US" dirty="0"/>
              <a:t>商品</a:t>
            </a:r>
            <a:endParaRPr lang="en-US" altLang="zh-CN" dirty="0"/>
          </a:p>
          <a:p>
            <a:r>
              <a:rPr lang="zh-CN" altLang="en-US" dirty="0"/>
              <a:t>评论</a:t>
            </a:r>
            <a:endParaRPr lang="en-US" altLang="zh-CN" dirty="0"/>
          </a:p>
          <a:p>
            <a:r>
              <a:rPr lang="zh-CN" altLang="en-US" dirty="0"/>
              <a:t>消息</a:t>
            </a:r>
            <a:endParaRPr lang="en-US" altLang="zh-CN" dirty="0"/>
          </a:p>
          <a:p>
            <a:r>
              <a:rPr lang="zh-CN" altLang="en-US" dirty="0"/>
              <a:t>类别</a:t>
            </a:r>
            <a:endParaRPr lang="en-US" altLang="zh-CN" dirty="0"/>
          </a:p>
          <a:p>
            <a:r>
              <a:rPr lang="zh-CN" altLang="en-US" dirty="0"/>
              <a:t>收藏夹</a:t>
            </a:r>
            <a:endParaRPr lang="en-US" altLang="zh-CN" dirty="0"/>
          </a:p>
          <a:p>
            <a:r>
              <a:rPr lang="zh-CN" altLang="en-US" dirty="0"/>
              <a:t>订单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892C4EE3-5324-12EB-91C6-2F23A40F6D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567" y="748145"/>
            <a:ext cx="3928038" cy="568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09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91A4A5-C00F-4B45-9735-FD2841BF3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16FDB6-C8B8-4BB9-B5F6-C9E7D1549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65D67BC-2831-45D1-804D-2B848B7FF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3254059-39EC-48CC-B948-9EE6B0551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F3E0572-7D5E-4FAA-B67C-23A9C6D71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C5F1231-CF22-4258-B764-592B6CB8D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B2C5387-42A2-4464-BF18-E70B0227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926F39D-AFC8-4FF6-9211-84AA77717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D812696-9AF7-4D2B-A041-80C015F3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E6CB557-1E5B-4D2D-9330-8EB4AF730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03A4B30-3A15-4294-9BED-E7317857F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E7B8343-CDF9-4023-9FBF-F4ADE601B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BB30BD5-639D-4F53-BC6C-2A8D0FFFE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D7E1947-04B8-4F0B-9E3C-FC4E26D6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3EDB6D6-D309-48D4-87F4-AAED7C57C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F2E163F-B043-43B7-85CE-36F2136B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F6CB03C-E3B1-4D22-ABA3-986CC09FB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9B41E31-EE5F-423F-8B88-3B56009A3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59D4FE6-B271-4427-8273-0B80EF136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F7D26D0-83A1-41B0-82E3-FB5D3E9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7E47C02-EBB8-4368-815C-FEDA23368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E61DA55-8618-4048-A65A-41E072D9F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DFC058B-6608-4509-92E1-D4D0D5BD5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E3652A3-36D6-4E0C-B7FB-52CD69E9C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BF82BE6-B2D5-4FA1-98B4-1E0072C39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CA553C-C7B8-4353-BC4C-D622087D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F802227-5CA9-40B4-870E-495C7899C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1A19F9E-BB49-4808-8481-77F848C2F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53A57BE-F139-4C31-8201-477E20DD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9F800EC-2D85-47C7-BFB8-B146DD929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478BA6D-3F48-40B1-8227-830029B62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21E6C45-0A76-456E-BDD6-3DCB66126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ight Triangle 46">
            <a:extLst>
              <a:ext uri="{FF2B5EF4-FFF2-40B4-BE49-F238E27FC236}">
                <a16:creationId xmlns:a16="http://schemas.microsoft.com/office/drawing/2014/main" id="{3C541D4F-11C2-4F36-B2A3-AB9028F2A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0590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63C906-BFA8-BF3E-9A76-EA1B37EAE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5871322" cy="1881178"/>
          </a:xfrm>
        </p:spPr>
        <p:txBody>
          <a:bodyPr>
            <a:normAutofit/>
          </a:bodyPr>
          <a:lstStyle/>
          <a:p>
            <a:r>
              <a:rPr lang="zh-CN" altLang="en-US" dirty="0"/>
              <a:t>系统设计 </a:t>
            </a:r>
            <a:r>
              <a:rPr lang="en-US" altLang="zh-CN" dirty="0"/>
              <a:t>– </a:t>
            </a:r>
            <a:r>
              <a:rPr lang="zh-CN" altLang="en-US" dirty="0"/>
              <a:t>应用架构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D28FDD-568F-6431-D82A-87F3A4596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8" y="2886117"/>
            <a:ext cx="5260395" cy="3276824"/>
          </a:xfrm>
        </p:spPr>
        <p:txBody>
          <a:bodyPr>
            <a:normAutofit/>
          </a:bodyPr>
          <a:lstStyle/>
          <a:p>
            <a:r>
              <a:rPr lang="zh-CN" altLang="en-US" dirty="0"/>
              <a:t>前端采用</a:t>
            </a:r>
            <a:r>
              <a:rPr lang="en-US" altLang="zh-CN" dirty="0"/>
              <a:t>vue3</a:t>
            </a:r>
            <a:r>
              <a:rPr lang="zh-CN" altLang="en-US" dirty="0"/>
              <a:t>框架进行数据交互与展示。</a:t>
            </a:r>
            <a:endParaRPr lang="en-US" altLang="zh-CN" dirty="0"/>
          </a:p>
          <a:p>
            <a:r>
              <a:rPr lang="zh-CN" altLang="en-US" dirty="0"/>
              <a:t>后端使用</a:t>
            </a:r>
            <a:r>
              <a:rPr lang="en-US" altLang="zh-CN" dirty="0"/>
              <a:t>python</a:t>
            </a:r>
            <a:r>
              <a:rPr lang="zh-CN" altLang="en-US" dirty="0"/>
              <a:t>搭建本地服务器，处理数据、存储图片以及和</a:t>
            </a:r>
            <a:r>
              <a:rPr lang="en-US" altLang="zh-CN" dirty="0" err="1"/>
              <a:t>TaurusDB</a:t>
            </a:r>
            <a:r>
              <a:rPr lang="zh-CN" altLang="en-US" dirty="0"/>
              <a:t>进行</a:t>
            </a:r>
            <a:r>
              <a:rPr lang="en-US" altLang="zh-CN" dirty="0" err="1"/>
              <a:t>sql</a:t>
            </a:r>
            <a:r>
              <a:rPr lang="zh-CN" altLang="en-US" dirty="0"/>
              <a:t>请求。</a:t>
            </a:r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C274E680-9ACC-0BCA-0AF3-415675A58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52" b="31618"/>
          <a:stretch>
            <a:fillRect/>
          </a:stretch>
        </p:blipFill>
        <p:spPr>
          <a:xfrm>
            <a:off x="7183231" y="886308"/>
            <a:ext cx="4466599" cy="54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997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807FB-BF8C-90F9-4B60-FFD368A30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2A2D3-E1F4-78B3-39B8-8493B34A7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236" y="725951"/>
            <a:ext cx="10325000" cy="1442463"/>
          </a:xfrm>
        </p:spPr>
        <p:txBody>
          <a:bodyPr/>
          <a:lstStyle/>
          <a:p>
            <a:r>
              <a:rPr lang="zh-CN" altLang="en-US" dirty="0"/>
              <a:t>当前进度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B70D263-9656-FDDC-C325-0B1F95C36044}"/>
              </a:ext>
            </a:extLst>
          </p:cNvPr>
          <p:cNvSpPr txBox="1">
            <a:spLocks/>
          </p:cNvSpPr>
          <p:nvPr/>
        </p:nvSpPr>
        <p:spPr>
          <a:xfrm>
            <a:off x="738744" y="2439588"/>
            <a:ext cx="5762625" cy="3276824"/>
          </a:xfrm>
          <a:prstGeom prst="rect">
            <a:avLst/>
          </a:prstGeom>
        </p:spPr>
        <p:txBody>
          <a:bodyPr lIns="109728" tIns="109728" rIns="109728" bIns="9144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 spc="8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 spc="8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 spc="8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 spc="8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 spc="8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完成了目前及未来可能使用到的</a:t>
            </a:r>
            <a:r>
              <a:rPr lang="en-US" altLang="zh-CN" dirty="0" err="1"/>
              <a:t>api</a:t>
            </a:r>
            <a:r>
              <a:rPr lang="zh-CN" altLang="en-US" dirty="0"/>
              <a:t>的设计与前后端对接</a:t>
            </a:r>
          </a:p>
        </p:txBody>
      </p:sp>
      <p:pic>
        <p:nvPicPr>
          <p:cNvPr id="7" name="内容占位符 6" descr="电脑萤幕的截图&#10;&#10;AI 生成的内容可能不正确。">
            <a:extLst>
              <a:ext uri="{FF2B5EF4-FFF2-40B4-BE49-F238E27FC236}">
                <a16:creationId xmlns:a16="http://schemas.microsoft.com/office/drawing/2014/main" id="{D8EF2392-B142-02F7-E021-DEB387CAFB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633" y="1280732"/>
            <a:ext cx="3308767" cy="5204874"/>
          </a:xfrm>
        </p:spPr>
      </p:pic>
      <p:pic>
        <p:nvPicPr>
          <p:cNvPr id="11" name="图片 10" descr="屏幕上有字&#10;&#10;AI 生成的内容可能不正确。">
            <a:extLst>
              <a:ext uri="{FF2B5EF4-FFF2-40B4-BE49-F238E27FC236}">
                <a16:creationId xmlns:a16="http://schemas.microsoft.com/office/drawing/2014/main" id="{48FB0CA8-4093-E978-5E35-B19E6C343F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45" y="3883169"/>
            <a:ext cx="5762625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773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75998B-83F9-4DD6-A181-01CC6390E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203DA02-DFF0-43DA-97F8-713359A5E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7DB5F66-3FA1-4342-A884-49FFC898B0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62E1DE4-95C3-4648-880D-D5F16DA5B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0DE976-09C7-468E-88D4-E653C3B9A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46834F4-CE01-4256-A71F-E9622367B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24B1666-CD3C-4141-91C0-782A8C0A7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BEB9DED-5756-4349-86C4-BB40C843E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E66CDAA-2393-4E50-88AE-4B6DE356D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52ED3B2-4AF6-4D71-AFE0-E628195BE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8F8274F-6455-416D-9E21-09DCC607D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A4FC2BA-35B4-4272-AE27-2EA963B9C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075E2C7-38CF-4C4C-BA60-8EBC4C59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A41EEBD-A69D-4000-B18A-0FF9079FF4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D674DC2-DB19-4D12-A7CC-A19B45A57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CE37544-AEB0-4C32-9AB4-FD8868FBB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A4D92EE-9609-4B42-A0C2-EE8B291A2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14BE4F6-D0F0-4D05-BADF-7BAB738853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022A48-AB28-42C0-99AA-84E9E942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BE1212E-2DDC-41F9-817C-2B0AF529E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EAC07E3-6FB7-48B5-9418-5D58EC897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C112200-C0E8-4E4F-B475-BB0C5619B1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BA45913-5C20-4A2E-9401-B69D433BA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53BFA98-23F1-401A-B615-F706954A4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9EE95EF-D097-47D9-98DF-5BA037C49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2E5EAA5-1BC5-4C85-85D9-F7BA73476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8F5AAC3-E106-4C3A-986B-23C44A9B1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EC6582A-5366-4B33-8D40-2B474D8B5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A25249E-2F40-425D-A7F1-B7E55EF53C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13EC936-5CFC-4FE5-BCA8-59B3A2EF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CDE7F7A-C490-430C-876F-0349FC8BF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D686B4E-119A-4F4A-9392-1F9CFE3BE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ight Triangle 49">
            <a:extLst>
              <a:ext uri="{FF2B5EF4-FFF2-40B4-BE49-F238E27FC236}">
                <a16:creationId xmlns:a16="http://schemas.microsoft.com/office/drawing/2014/main" id="{F3730C34-30B8-42E4-824D-F095747C4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5" y="205909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1B78222-AF88-5F4E-C67C-67F639E60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5398648" cy="18784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当前进度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B4DF7F1-CF67-29BB-E7BB-B0E47C575D7C}"/>
              </a:ext>
            </a:extLst>
          </p:cNvPr>
          <p:cNvSpPr txBox="1">
            <a:spLocks/>
          </p:cNvSpPr>
          <p:nvPr/>
        </p:nvSpPr>
        <p:spPr>
          <a:xfrm>
            <a:off x="691079" y="2883005"/>
            <a:ext cx="5398648" cy="3260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 spc="8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 spc="8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 spc="8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 spc="8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 spc="8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dirty="0"/>
              <a:t>简易的登录界面以及登录、注册功能的实现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主页基本的结构设计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后端登录注册功能对应接口的业务逻辑书写以及</a:t>
            </a:r>
            <a:r>
              <a:rPr lang="en-US" altLang="zh-CN" dirty="0"/>
              <a:t>token</a:t>
            </a:r>
            <a:r>
              <a:rPr lang="zh-CN" altLang="en-US" dirty="0"/>
              <a:t>管理等功能</a:t>
            </a:r>
          </a:p>
        </p:txBody>
      </p:sp>
      <p:pic>
        <p:nvPicPr>
          <p:cNvPr id="10" name="图片 9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30600E4-8A11-8C57-F7F1-1BB35618E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514" y="732332"/>
            <a:ext cx="4505237" cy="2624300"/>
          </a:xfrm>
          <a:prstGeom prst="rect">
            <a:avLst/>
          </a:prstGeom>
        </p:spPr>
      </p:pic>
      <p:pic>
        <p:nvPicPr>
          <p:cNvPr id="8" name="图片 7" descr="电脑萤幕的截图&#10;&#10;AI 生成的内容可能不正确。">
            <a:extLst>
              <a:ext uri="{FF2B5EF4-FFF2-40B4-BE49-F238E27FC236}">
                <a16:creationId xmlns:a16="http://schemas.microsoft.com/office/drawing/2014/main" id="{6654B1B5-7209-59BF-86E2-741637B200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514" y="3507853"/>
            <a:ext cx="4505239" cy="227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80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02CD45-1CDC-0E42-3241-95D69A02F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后续安排</a:t>
            </a: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CDA85C0D-9282-171D-68E2-472EF96FB5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747811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8606958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149</Words>
  <Application>Microsoft Office PowerPoint</Application>
  <PresentationFormat>宽屏</PresentationFormat>
  <Paragraphs>25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Microsoft YaHei</vt:lpstr>
      <vt:lpstr>Arial</vt:lpstr>
      <vt:lpstr>Wingdings</vt:lpstr>
      <vt:lpstr>CosineVTI</vt:lpstr>
      <vt:lpstr>TradeHub – 二手交易平台</vt:lpstr>
      <vt:lpstr>系统设计 – 数据库架构</vt:lpstr>
      <vt:lpstr>系统设计 – 应用架构</vt:lpstr>
      <vt:lpstr>当前进度</vt:lpstr>
      <vt:lpstr>当前进度</vt:lpstr>
      <vt:lpstr>后续安排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佳思 华</dc:creator>
  <cp:lastModifiedBy>佳思 华</cp:lastModifiedBy>
  <cp:revision>6</cp:revision>
  <dcterms:created xsi:type="dcterms:W3CDTF">2025-10-28T12:14:46Z</dcterms:created>
  <dcterms:modified xsi:type="dcterms:W3CDTF">2025-10-30T12:36:28Z</dcterms:modified>
</cp:coreProperties>
</file>