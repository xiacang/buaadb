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7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D9F4BB-7DC6-48D3-A01E-93F8074FD574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82046-4235-42FD-B5A9-5F455AFF4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75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82046-4235-42FD-B5A9-5F455AFF428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301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E927F-8C9F-B31F-97A1-2D9F386B0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AF271D-A4DB-F2C8-D251-317C94DB1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3815A5-0293-A14B-F108-33ED1C51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28088-E904-C94D-7DD8-984DC009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B07B7-051B-60AF-EFD1-74E02B45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70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CA431-CFAB-9432-709A-C93FCB26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7B5ADC-EA96-DC33-46D4-59769783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79F528-4A59-B3A5-6BD0-EBEBE111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826ED-5064-01E0-7745-C037B789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F7EE0-8725-E002-8534-8B959EE4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16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67FAE-4D27-696E-AAB3-3CE932DE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66D94-3F8A-ECC8-33C2-EC1B7CDC5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72520-D18A-7F57-378D-81A63A7D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3ED99-DFAC-4150-CAD9-F162716F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970BB-F5E2-2847-23EF-367C87F9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16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A10BE-D0A3-3215-3AD6-A081D5E8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D3D63-8998-0BF1-0033-F4DE9D524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CEEC69-8421-7522-AD06-85A954C24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2F713C-110E-77D2-16E9-6DBE7C1E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1F718-5119-C229-D025-663F3A94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39E8DF-A356-FBDF-5F8C-3110AC03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80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1749D-B5C5-72D4-8AF6-8B78AAB9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3BD1ED-CF3E-B2B3-075D-954C6359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61CD25-8C10-1297-C063-28BDF81A6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87BA13-7F4B-FC3F-769C-32D73B4AA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68544D-E3D8-F8F5-96E1-283C098D0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9BCFBA-97EA-0ACB-142E-9D48F934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9B2997-F58C-DCF4-0D39-90753081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208707-604D-B1E0-5708-77073DD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53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1FDE6-D585-E02A-6599-C7CA81ED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CD2150-2D32-5D4B-26B0-86377691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DC6503-55DB-C5D6-979C-209AA87C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5C5A6B-A7D9-C191-A9D1-A6560859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3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3C32EE-6E4B-EC53-EFB0-E5A92752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4D1DD1-D9CF-26DD-276E-BF57FE46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CB5E4-7FF3-2FB9-A9C2-2D0DBD77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8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0F321-8C5F-6DC2-2A3B-200B2FC3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63ED08-1281-6C83-D36D-C39B44413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EDDFAF-8769-AA0C-3C79-D741D5CB3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3A3EB8-3999-C737-B513-60C5D630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5B9C9E-CCA4-A143-6979-79BE4AB2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2EE44A-C75A-2801-D6B4-73CF50D8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21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650AC-3F7D-97DE-9F16-9747F5A6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8D3C3D-2D7A-C442-2EC1-61D360CF3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4A6A8C-2578-685F-A7C1-92A1EA4A9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DEE704-167B-E64A-0FE9-4D633BBD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BA8BFB-1077-7B95-4E72-78B36CD9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B0581-BEBD-3D6C-E985-F50BF72E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06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54011-30DB-5412-5978-B6E144A2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7AA00E-AFBB-F28D-C782-77BF1168B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C551C-84E5-774B-C720-207416DB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9B6F0-76F4-F2E5-3B7B-A153BBA6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4058C-D438-57BF-30B7-39DCC1C8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87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0D10EB-BE66-72B6-84F1-E25AB6353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8F9A66-31C8-2692-88FC-705BAFE9B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4E86CA-A9AE-00B2-CAA9-5E5FC7D7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978658-687B-B5F4-5B9B-96274A5F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47F7D-2D67-65B9-631A-FD6F5F3B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20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DC465C-9420-90B2-013B-1C235E09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7996CB-8EF6-C292-B719-158E04DC5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27C2F-CAF0-C29C-EDCB-7B67C9387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572FF-2091-4512-92BE-AA76CC80949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E3EA6-6511-6874-9448-E43AD55D0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5D095-9870-0A4A-4DFE-34D92E261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716F8-83FC-4298-A841-A7CC60E44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73B74-ECA8-C47D-37A2-FF1868DFF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zh-CN" altLang="en-US" dirty="0"/>
              <a:t> 二手商品交易平台数据库系统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5ADD-F591-43C3-FF0D-59FC22E14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  <a:p>
            <a:r>
              <a:rPr lang="zh-CN" altLang="en-US" dirty="0"/>
              <a:t> </a:t>
            </a:r>
            <a:r>
              <a:rPr lang="en-US" altLang="zh-CN" dirty="0"/>
              <a:t>23373526-</a:t>
            </a:r>
            <a:r>
              <a:rPr lang="zh-CN" altLang="en-US" dirty="0"/>
              <a:t>华家璇  </a:t>
            </a:r>
            <a:r>
              <a:rPr lang="en-US" altLang="zh-CN" dirty="0"/>
              <a:t>23371111-</a:t>
            </a:r>
            <a:r>
              <a:rPr lang="zh-CN" altLang="en-US" dirty="0"/>
              <a:t>王宇博 </a:t>
            </a:r>
          </a:p>
        </p:txBody>
      </p:sp>
    </p:spTree>
    <p:extLst>
      <p:ext uri="{BB962C8B-B14F-4D97-AF65-F5344CB8AC3E}">
        <p14:creationId xmlns:p14="http://schemas.microsoft.com/office/powerpoint/2010/main" val="180541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0ABF9-2F1D-F3F0-8FE4-3BD4B53B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分工与工作量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6FF1A-72E0-049A-2245-8DB16384D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23373526-</a:t>
            </a:r>
            <a:r>
              <a:rPr lang="zh-CN" altLang="en-US" dirty="0"/>
              <a:t>华家璇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系统功能的设计以及用户管理功能与前端的实现 	</a:t>
            </a:r>
            <a:r>
              <a:rPr lang="en-US" altLang="zh-CN" dirty="0"/>
              <a:t>0.5</a:t>
            </a:r>
          </a:p>
          <a:p>
            <a:endParaRPr lang="en-US" altLang="zh-CN" dirty="0"/>
          </a:p>
          <a:p>
            <a:r>
              <a:rPr lang="en-US" altLang="zh-CN" dirty="0"/>
              <a:t>23371111-</a:t>
            </a:r>
            <a:r>
              <a:rPr lang="zh-CN" altLang="en-US" dirty="0"/>
              <a:t>王宇博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系统数据库的设计以及各数据操作功能的实现  </a:t>
            </a:r>
            <a:r>
              <a:rPr lang="en-US" altLang="zh-CN" dirty="0"/>
              <a:t>0.5</a:t>
            </a:r>
            <a:r>
              <a:rPr lang="zh-CN" altLang="en-US" dirty="0"/>
              <a:t> 	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818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42759-D263-02A8-449C-75BEF3E6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B7773-2E7B-7195-8AFC-76E30D51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183" y="1601889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需求</a:t>
            </a:r>
            <a:endParaRPr lang="en-US" altLang="zh-CN" dirty="0"/>
          </a:p>
          <a:p>
            <a:r>
              <a:rPr lang="zh-CN" altLang="en-US" sz="2400" dirty="0"/>
              <a:t>支持二手商品的发布、浏览与购买</a:t>
            </a:r>
          </a:p>
          <a:p>
            <a:r>
              <a:rPr lang="zh-CN" altLang="en-US" sz="2400" dirty="0"/>
              <a:t>用户可上架、编辑和删除自己的商品</a:t>
            </a:r>
          </a:p>
          <a:p>
            <a:r>
              <a:rPr lang="zh-CN" altLang="en-US" sz="2400" dirty="0"/>
              <a:t>商品支持图片上传、分类选择与信息描述</a:t>
            </a:r>
          </a:p>
          <a:p>
            <a:r>
              <a:rPr lang="zh-CN" altLang="en-US" sz="2400" dirty="0"/>
              <a:t>提供分类筛选、关键词搜索和收藏功能</a:t>
            </a:r>
          </a:p>
          <a:p>
            <a:r>
              <a:rPr lang="zh-CN" altLang="en-US" sz="2400" dirty="0"/>
              <a:t>支持商品评论与实时私信交流</a:t>
            </a:r>
          </a:p>
          <a:p>
            <a:r>
              <a:rPr lang="zh-CN" altLang="en-US" sz="2400" dirty="0"/>
              <a:t>用户可维护个人信息与收藏夹</a:t>
            </a:r>
          </a:p>
        </p:txBody>
      </p:sp>
    </p:spTree>
    <p:extLst>
      <p:ext uri="{BB962C8B-B14F-4D97-AF65-F5344CB8AC3E}">
        <p14:creationId xmlns:p14="http://schemas.microsoft.com/office/powerpoint/2010/main" val="123423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532F-48C9-2EE4-37F4-6BF30739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E765D-1EAE-FFE4-0369-E22C4C64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F0E12-4A1F-B920-EAD0-B2E74BAE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ER</a:t>
            </a:r>
            <a:r>
              <a:rPr lang="zh-CN" altLang="en-US" dirty="0"/>
              <a:t>图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EA8A394-6187-4FD9-6067-22B1020B98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87"/>
          <a:stretch>
            <a:fillRect/>
          </a:stretch>
        </p:blipFill>
        <p:spPr>
          <a:xfrm>
            <a:off x="3890798" y="1496098"/>
            <a:ext cx="7257099" cy="41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1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BE36-E25A-CBDB-27C5-AF482C0F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B1C10-9A3B-1AC8-33D7-B04F7D58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B186E-4FDF-27FB-357E-CAFD98464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数据流图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8119FFA8-6FC4-66F3-F499-C21CE5AA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35" y="0"/>
            <a:ext cx="7355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9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59A1-7DCC-2A9C-9803-5D3F3F2C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83218-FA23-3D1A-B21D-8C283658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系统架构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86F531-2323-A7DF-42A3-7179E2DB81FC}"/>
              </a:ext>
            </a:extLst>
          </p:cNvPr>
          <p:cNvSpPr/>
          <p:nvPr/>
        </p:nvSpPr>
        <p:spPr>
          <a:xfrm>
            <a:off x="5515583" y="5214026"/>
            <a:ext cx="5583677" cy="10797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A37908-ED0F-0C93-F968-5B762864BCDA}"/>
              </a:ext>
            </a:extLst>
          </p:cNvPr>
          <p:cNvSpPr/>
          <p:nvPr/>
        </p:nvSpPr>
        <p:spPr>
          <a:xfrm>
            <a:off x="5515582" y="3265251"/>
            <a:ext cx="5583677" cy="10797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F98E9A-C24E-DAC6-B167-F189EF708FB5}"/>
              </a:ext>
            </a:extLst>
          </p:cNvPr>
          <p:cNvSpPr/>
          <p:nvPr/>
        </p:nvSpPr>
        <p:spPr>
          <a:xfrm>
            <a:off x="5515582" y="1316476"/>
            <a:ext cx="5583677" cy="10797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3E6B311-0B64-AD8F-A378-94A88130C967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8307421" y="2396246"/>
            <a:ext cx="0" cy="86900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DC5F07F-A6A3-9A7A-82C5-450662164D08}"/>
              </a:ext>
            </a:extLst>
          </p:cNvPr>
          <p:cNvCxnSpPr/>
          <p:nvPr/>
        </p:nvCxnSpPr>
        <p:spPr>
          <a:xfrm flipV="1">
            <a:off x="8307420" y="4345021"/>
            <a:ext cx="0" cy="86900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21DFE99-1C3C-CA32-F27D-80955A02FF04}"/>
              </a:ext>
            </a:extLst>
          </p:cNvPr>
          <p:cNvSpPr txBox="1"/>
          <p:nvPr/>
        </p:nvSpPr>
        <p:spPr>
          <a:xfrm>
            <a:off x="5739318" y="1583682"/>
            <a:ext cx="513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前端 （</a:t>
            </a:r>
            <a:r>
              <a:rPr lang="en-US" altLang="zh-CN" b="1" dirty="0"/>
              <a:t>Vue + Element Plus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algn="ctr"/>
            <a:r>
              <a:rPr lang="zh-CN" altLang="en-US" dirty="0"/>
              <a:t>数据展示 页面渲染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7769A-1DC2-9261-CF7D-1BD00EA4D33D}"/>
              </a:ext>
            </a:extLst>
          </p:cNvPr>
          <p:cNvSpPr txBox="1"/>
          <p:nvPr/>
        </p:nvSpPr>
        <p:spPr>
          <a:xfrm>
            <a:off x="5629071" y="3487925"/>
            <a:ext cx="513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后端 （</a:t>
            </a:r>
            <a:r>
              <a:rPr lang="en-US" altLang="zh-CN" b="1" dirty="0"/>
              <a:t>Python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algn="ctr"/>
            <a:r>
              <a:rPr lang="zh-CN" altLang="en-US" dirty="0"/>
              <a:t>用户管理  权限与业务逻辑处理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FE6B2D-D758-F72D-E631-A9C8A38B1F3C}"/>
              </a:ext>
            </a:extLst>
          </p:cNvPr>
          <p:cNvSpPr txBox="1"/>
          <p:nvPr/>
        </p:nvSpPr>
        <p:spPr>
          <a:xfrm>
            <a:off x="5629071" y="5436700"/>
            <a:ext cx="513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数据库（华为</a:t>
            </a:r>
            <a:r>
              <a:rPr lang="en-US" altLang="zh-CN" b="1" dirty="0" err="1"/>
              <a:t>TaurusDB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algn="ctr"/>
            <a:r>
              <a:rPr lang="zh-CN" altLang="en-US" dirty="0"/>
              <a:t>数据存取 执行</a:t>
            </a:r>
            <a:r>
              <a:rPr lang="en-US" altLang="zh-CN" dirty="0" err="1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6BC0D2-B0A4-A77E-B6F8-706F74748262}"/>
              </a:ext>
            </a:extLst>
          </p:cNvPr>
          <p:cNvSpPr txBox="1"/>
          <p:nvPr/>
        </p:nvSpPr>
        <p:spPr>
          <a:xfrm>
            <a:off x="408562" y="1583682"/>
            <a:ext cx="44844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前端层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b="1" dirty="0"/>
              <a:t>Vue 3</a:t>
            </a:r>
            <a:r>
              <a:rPr lang="zh-CN" altLang="en-US" dirty="0"/>
              <a:t> 构建应用</a:t>
            </a:r>
          </a:p>
          <a:p>
            <a:endParaRPr lang="zh-CN" altLang="en-US" dirty="0"/>
          </a:p>
          <a:p>
            <a:r>
              <a:rPr lang="zh-CN" altLang="en-US" b="1" dirty="0"/>
              <a:t>后端层</a:t>
            </a:r>
            <a:endParaRPr lang="en-US" altLang="zh-CN" dirty="0"/>
          </a:p>
          <a:p>
            <a:r>
              <a:rPr lang="zh-CN" altLang="en-US" dirty="0"/>
              <a:t>用户管理</a:t>
            </a:r>
            <a:endParaRPr lang="en-US" altLang="zh-CN" dirty="0"/>
          </a:p>
          <a:p>
            <a:r>
              <a:rPr lang="zh-CN" altLang="en-US" dirty="0"/>
              <a:t>商品上架 </a:t>
            </a:r>
            <a:r>
              <a:rPr lang="en-US" altLang="zh-CN" dirty="0"/>
              <a:t>/ </a:t>
            </a:r>
            <a:r>
              <a:rPr lang="zh-CN" altLang="en-US" dirty="0"/>
              <a:t>浏览 </a:t>
            </a:r>
            <a:r>
              <a:rPr lang="en-US" altLang="zh-CN" dirty="0"/>
              <a:t>/ </a:t>
            </a:r>
            <a:r>
              <a:rPr lang="zh-CN" altLang="en-US" dirty="0"/>
              <a:t>收藏</a:t>
            </a:r>
            <a:r>
              <a:rPr lang="en-US" altLang="zh-CN" dirty="0"/>
              <a:t>/</a:t>
            </a:r>
            <a:r>
              <a:rPr lang="zh-CN" altLang="en-US" dirty="0"/>
              <a:t>评论与私信功能</a:t>
            </a:r>
          </a:p>
          <a:p>
            <a:endParaRPr lang="zh-CN" altLang="en-US" dirty="0"/>
          </a:p>
          <a:p>
            <a:r>
              <a:rPr lang="zh-CN" altLang="en-US" b="1" dirty="0"/>
              <a:t>数据层</a:t>
            </a:r>
            <a:endParaRPr lang="en-US" altLang="zh-CN" b="1" dirty="0"/>
          </a:p>
          <a:p>
            <a:r>
              <a:rPr lang="zh-CN" altLang="en-US" dirty="0"/>
              <a:t>存储平台核心数据</a:t>
            </a:r>
          </a:p>
          <a:p>
            <a:r>
              <a:rPr lang="zh-CN" altLang="en-US" dirty="0"/>
              <a:t>包括用户信息、商品信息、收藏夹、评论和聊天记录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执行</a:t>
            </a:r>
            <a:r>
              <a:rPr lang="en-US" altLang="zh-CN" dirty="0" err="1"/>
              <a:t>sql</a:t>
            </a:r>
            <a:r>
              <a:rPr lang="zh-CN" altLang="en-US" dirty="0"/>
              <a:t>语句进行数据库操作</a:t>
            </a:r>
          </a:p>
        </p:txBody>
      </p:sp>
    </p:spTree>
    <p:extLst>
      <p:ext uri="{BB962C8B-B14F-4D97-AF65-F5344CB8AC3E}">
        <p14:creationId xmlns:p14="http://schemas.microsoft.com/office/powerpoint/2010/main" val="211824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7031-14BB-2FA0-8611-CEE9D477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EA898-C725-43CE-CD6C-46F33E75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B71871-D477-C43B-83F8-A742D9135BAA}"/>
              </a:ext>
            </a:extLst>
          </p:cNvPr>
          <p:cNvSpPr txBox="1"/>
          <p:nvPr/>
        </p:nvSpPr>
        <p:spPr>
          <a:xfrm>
            <a:off x="916021" y="1690688"/>
            <a:ext cx="26540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登录</a:t>
            </a:r>
            <a:r>
              <a:rPr lang="zh-CN" altLang="en-US" dirty="0"/>
              <a:t> ：用户输入用户名和密码登录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注册</a:t>
            </a:r>
            <a:r>
              <a:rPr lang="zh-CN" altLang="en-US" dirty="0"/>
              <a:t>：用户输入用户名和密码登录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个人资料设置</a:t>
            </a:r>
            <a:r>
              <a:rPr lang="zh-CN" altLang="en-US" dirty="0"/>
              <a:t>：自由设置自己的个人资料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图片 7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DF1A39B8-8D93-496E-47DA-DA2BB2FEF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311" y="103868"/>
            <a:ext cx="6353668" cy="3401649"/>
          </a:xfrm>
          <a:prstGeom prst="rect">
            <a:avLst/>
          </a:prstGeom>
        </p:spPr>
      </p:pic>
      <p:pic>
        <p:nvPicPr>
          <p:cNvPr id="18" name="图片 1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635B824-4844-DE37-3A78-3E5B18E24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003" y="3874370"/>
            <a:ext cx="6395876" cy="287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5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8D6AF-D0A4-BB8D-9972-518EBDDD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499CE-1983-1FD6-C6D7-D2895C8B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AD4CDF-44D6-21F2-E503-465B9FA9584C}"/>
              </a:ext>
            </a:extLst>
          </p:cNvPr>
          <p:cNvSpPr txBox="1"/>
          <p:nvPr/>
        </p:nvSpPr>
        <p:spPr>
          <a:xfrm>
            <a:off x="838200" y="1690688"/>
            <a:ext cx="2654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主页：</a:t>
            </a:r>
            <a:r>
              <a:rPr lang="zh-CN" altLang="en-US" dirty="0"/>
              <a:t>用户可以在此浏览所有商品和操作自己发布的商品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0038735-C559-6464-6FB6-C89FE5A9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30" y="1186774"/>
            <a:ext cx="8365271" cy="475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0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D8FF-E3E8-6FC0-2EA5-823FD705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B0BB2-B15A-053E-A171-BCACCF8B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7F50B6-908B-95EF-8F58-3235F7E19800}"/>
              </a:ext>
            </a:extLst>
          </p:cNvPr>
          <p:cNvSpPr txBox="1"/>
          <p:nvPr/>
        </p:nvSpPr>
        <p:spPr>
          <a:xfrm>
            <a:off x="838200" y="1690688"/>
            <a:ext cx="2654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商品发布和修改：</a:t>
            </a:r>
            <a:r>
              <a:rPr lang="zh-CN" altLang="en-US" dirty="0"/>
              <a:t>用户可以在此填写商品信息，上传图片等等</a:t>
            </a: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62DDF55-5DD8-E33D-A80D-F220CB44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31" y="398690"/>
            <a:ext cx="5326363" cy="60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3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0BEB4-175A-63E0-0691-998DBA05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6A3BF-E0A1-5FD1-424B-EEEEDC0F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915564-BB57-C1B3-92C9-D0A4C74268FE}"/>
              </a:ext>
            </a:extLst>
          </p:cNvPr>
          <p:cNvSpPr txBox="1"/>
          <p:nvPr/>
        </p:nvSpPr>
        <p:spPr>
          <a:xfrm>
            <a:off x="838200" y="1690688"/>
            <a:ext cx="2654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商品详情： </a:t>
            </a:r>
            <a:r>
              <a:rPr lang="zh-CN" altLang="en-US" dirty="0"/>
              <a:t>用户可以查看商品详情并评论</a:t>
            </a:r>
          </a:p>
        </p:txBody>
      </p:sp>
      <p:pic>
        <p:nvPicPr>
          <p:cNvPr id="8" name="图片 7" descr="图形用户界面&#10;&#10;AI 生成的内容可能不正确。">
            <a:extLst>
              <a:ext uri="{FF2B5EF4-FFF2-40B4-BE49-F238E27FC236}">
                <a16:creationId xmlns:a16="http://schemas.microsoft.com/office/drawing/2014/main" id="{B3F2E33B-E9AC-4552-1540-0A46026B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148" y="98530"/>
            <a:ext cx="8220259" cy="666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98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0888-6A00-A6C2-DE73-258740DE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56B2E-B0A1-E5FC-8B49-E1D28986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1ABD2B-1D78-B483-994A-1A5FA88803E8}"/>
              </a:ext>
            </a:extLst>
          </p:cNvPr>
          <p:cNvSpPr txBox="1"/>
          <p:nvPr/>
        </p:nvSpPr>
        <p:spPr>
          <a:xfrm>
            <a:off x="838200" y="1690688"/>
            <a:ext cx="2654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私信：</a:t>
            </a:r>
            <a:r>
              <a:rPr lang="zh-CN" altLang="en-US" dirty="0"/>
              <a:t>用户可以与买家进行一对一交流</a:t>
            </a: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631D794-A1D1-0048-B916-E93D83FE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30" y="640101"/>
            <a:ext cx="8562468" cy="531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0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F498-CA87-DDE0-9AF2-1AD64A8C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A79D6-192F-8767-0A35-FF1EDAEB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4687E5-E588-3F69-D07F-0159DBB942BC}"/>
              </a:ext>
            </a:extLst>
          </p:cNvPr>
          <p:cNvSpPr txBox="1"/>
          <p:nvPr/>
        </p:nvSpPr>
        <p:spPr>
          <a:xfrm>
            <a:off x="838200" y="1690688"/>
            <a:ext cx="2654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收藏夹：</a:t>
            </a:r>
            <a:r>
              <a:rPr lang="zh-CN" altLang="en-US" dirty="0"/>
              <a:t>用户可以查看和管理收藏夹与收藏的物品</a:t>
            </a:r>
          </a:p>
        </p:txBody>
      </p:sp>
      <p:pic>
        <p:nvPicPr>
          <p:cNvPr id="6" name="图片 5" descr="图片包含 应用程序&#10;&#10;AI 生成的内容可能不正确。">
            <a:extLst>
              <a:ext uri="{FF2B5EF4-FFF2-40B4-BE49-F238E27FC236}">
                <a16:creationId xmlns:a16="http://schemas.microsoft.com/office/drawing/2014/main" id="{B6B4008E-160D-C819-B376-E1229C36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551" y="1021405"/>
            <a:ext cx="8219806" cy="442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0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DFB5F-CB6E-1820-65F9-BAA3FBB5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9A5169B-7365-35C0-7251-2E1174B1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前端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D39A9E-DD71-5215-3223-9DFD044C22F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/>
              <a:t>订单：</a:t>
            </a:r>
            <a:r>
              <a:rPr lang="zh-CN" altLang="en-US" sz="2200" dirty="0"/>
              <a:t>用户可以查看自己买过的商品订单</a:t>
            </a:r>
            <a:endParaRPr lang="en-US" altLang="zh-CN" sz="2200" dirty="0"/>
          </a:p>
        </p:txBody>
      </p:sp>
      <p:pic>
        <p:nvPicPr>
          <p:cNvPr id="8" name="图片 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5D5F71A-72AF-1ED8-671B-E32C2C69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18291"/>
            <a:ext cx="6903720" cy="402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7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2ABB-AB51-9FC5-801D-9EB57BF23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08F69-9D2F-ADB1-E5B0-AC02BD94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400" dirty="0"/>
              <a:t>后端</a:t>
            </a:r>
            <a:endParaRPr lang="zh-CN" alt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220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0802-1904-9BFC-C6D2-E93DAB6F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A34A8-DCC7-0EA1-6F56-2C9FE6C9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感谢页</a:t>
            </a:r>
          </a:p>
        </p:txBody>
      </p:sp>
    </p:spTree>
    <p:extLst>
      <p:ext uri="{BB962C8B-B14F-4D97-AF65-F5344CB8AC3E}">
        <p14:creationId xmlns:p14="http://schemas.microsoft.com/office/powerpoint/2010/main" val="290147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310</Words>
  <Application>Microsoft Office PowerPoint</Application>
  <PresentationFormat>宽屏</PresentationFormat>
  <Paragraphs>66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  二手商品交易平台数据库系统</vt:lpstr>
      <vt:lpstr>分工与工作量</vt:lpstr>
      <vt:lpstr>数据库设计</vt:lpstr>
      <vt:lpstr>数据库设计</vt:lpstr>
      <vt:lpstr>数据库设计</vt:lpstr>
      <vt:lpstr>系统架构</vt:lpstr>
      <vt:lpstr>前端</vt:lpstr>
      <vt:lpstr>前端</vt:lpstr>
      <vt:lpstr>前端</vt:lpstr>
      <vt:lpstr>前端</vt:lpstr>
      <vt:lpstr>前端</vt:lpstr>
      <vt:lpstr>前端</vt:lpstr>
      <vt:lpstr>前端</vt:lpstr>
      <vt:lpstr>后端</vt:lpstr>
      <vt:lpstr>感谢页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佳思 华</dc:creator>
  <cp:lastModifiedBy>佳思 华</cp:lastModifiedBy>
  <cp:revision>1</cp:revision>
  <dcterms:created xsi:type="dcterms:W3CDTF">2025-12-24T10:38:53Z</dcterms:created>
  <dcterms:modified xsi:type="dcterms:W3CDTF">2025-12-24T11:19:05Z</dcterms:modified>
</cp:coreProperties>
</file>